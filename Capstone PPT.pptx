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9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image" Target="../media/image-9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Business Intelligence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2743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 by Anuj Chanderia Jain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— August 23,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week, someone has to manually dig through sales data to answer one question: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is the business actually doing right now?"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1927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pulling of spreadsheets, filtering, calculating % changes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2219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roughly an hour, every single week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2511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 real anomalies buried in the noise</a:t>
            </a:r>
            <a:endParaRPr lang="en-US" sz="1400" dirty="0"/>
          </a:p>
        </p:txBody>
      </p:sp>
      <p:pic>
        <p:nvPicPr>
          <p:cNvPr id="12" name="Image 0" descr="icons/filter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37744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AI agents that automatically load, analyze, and report on your data — with memory, guardrails, and follow-up Q&amp;A.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3380"/>
          </a:solidFill>
          <a:ln/>
        </p:spPr>
      </p:sp>
      <p:pic>
        <p:nvPicPr>
          <p:cNvPr id="5" name="Image 0" descr="icons/databas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606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Fetcher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023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&amp; cleans raw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64408" y="3611880"/>
            <a:ext cx="228600" cy="27432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3380"/>
          </a:solidFill>
          <a:ln/>
        </p:spPr>
      </p:sp>
      <p:pic>
        <p:nvPicPr>
          <p:cNvPr id="11" name="Image 1" descr="icons/trending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60604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Analyser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03320" y="4023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categories, anomalies (parallel)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576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144768" y="3611880"/>
            <a:ext cx="228600" cy="27432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3380"/>
          </a:solidFill>
          <a:ln/>
        </p:spPr>
      </p:sp>
      <p:pic>
        <p:nvPicPr>
          <p:cNvPr id="17" name="Image 2" descr="icons/filetext_CADCF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606040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Writer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83680" y="4023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summary + recommendations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3796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9025128" y="3611880"/>
            <a:ext cx="228600" cy="27432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22" name="Shape 17"/>
          <p:cNvSpPr/>
          <p:nvPr/>
        </p:nvSpPr>
        <p:spPr>
          <a:xfrm>
            <a:off x="928116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3380"/>
          </a:solidFill>
          <a:ln/>
        </p:spPr>
      </p:sp>
      <p:pic>
        <p:nvPicPr>
          <p:cNvPr id="23" name="Image 3" descr="icons/message_CAD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2606040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Agent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464040" y="4023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follow-ups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41832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where there's a real dependency — parallel where there isn't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icons/databas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763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057400" y="1965960"/>
            <a:ext cx="228600" cy="2743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233172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1" descr="icons/server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62763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317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31920" y="1965960"/>
            <a:ext cx="228600" cy="2743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4206240" y="5029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2F4FB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4206240" y="594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434840" y="10058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4434840" y="1005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434840" y="187452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4434840" y="18745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434840" y="274320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4434840" y="27432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Analysis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543800" y="1965960"/>
            <a:ext cx="228600" cy="2743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781812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2" descr="icons/layers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27632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181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418320" y="1965960"/>
            <a:ext cx="228600" cy="2743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5" name="Shape 20"/>
          <p:cNvSpPr/>
          <p:nvPr/>
        </p:nvSpPr>
        <p:spPr>
          <a:xfrm>
            <a:off x="9692640" y="14630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Image 3" descr="icons/filetext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2" y="1627632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9264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41148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9" name="Image 4" descr="icons/archive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434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Memory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371600" y="4572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Week-over-week comparison + semantic search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297680" y="41148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3" name="Image 5" descr="icons/shield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34340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2064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120640" y="4572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Thresholds, hallucination checks, retries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8046720" y="41148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7" name="Image 6" descr="icons/send_1E276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343400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86968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8869680" y="4572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Slack, Q&amp;A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LangGraph  •  FastMCP  •  ChromaDB  •  Groq (openai/gpt-oss-120b)  •  SQLite  • 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Pattern: Why Mixed?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761"/>
          </a:solidFill>
          <a:ln/>
        </p:spPr>
      </p:sp>
      <p:pic>
        <p:nvPicPr>
          <p:cNvPr id="4" name="Image 0" descr="icons/gitBranch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Fetcher → Analysis → Report Writer stay sequential because each stage genuinely depends on the previous one's output. There's no way around that dependency.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5577840" cy="4389120"/>
          </a:xfrm>
          <a:prstGeom prst="roundRect">
            <a:avLst>
              <a:gd name="adj" fmla="val 2083"/>
            </a:avLst>
          </a:prstGeom>
          <a:solidFill>
            <a:srgbClr val="1E2761"/>
          </a:solidFill>
          <a:ln/>
        </p:spPr>
      </p:sp>
      <p:pic>
        <p:nvPicPr>
          <p:cNvPr id="8" name="Image 1" descr="icons/activity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09360" y="23774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analysis stage, trend detection, category performance, and anomaly detection don't depend on each other — only on the same clean data. So they run as a genuine LangGraph fan-out/fan-in branch.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309360" y="42062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live logs show the 3 branches starting in a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B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order every run — not a fixed sequence.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stopped from going off-track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5" name="Image 0" descr="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8249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819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thresholds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120640" y="158191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Tiny, noisy category swings are filtered before they ever reach the report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9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511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4505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Skip-if-nothing-found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120640" y="245059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Analyser finds nothing significant, the LLM call is skipped entirely — no invented content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13" name="Image 2" descr="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198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192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check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120640" y="331927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report is verified against the source findings after generation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206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17" name="Image 3" descr="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8853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187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vs. narrative split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120640" y="418795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render as a table straight from data; AI only writes Summary + Recommendations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21" name="Image 4" descr="icon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157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5056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graceful fallback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5120640" y="505663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calls retry with backoff; a genuine outage falls back to raw findings, never crashes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Memory Is Managed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263380"/>
          </a:solidFill>
          <a:ln/>
        </p:spPr>
      </p:sp>
      <p:pic>
        <p:nvPicPr>
          <p:cNvPr id="4" name="Image 0" descr="icons/layers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single run, LangGraph passes state directly between nodes — each agent's output is the next agent's input. No persistence needed; it's just working memory.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263380"/>
          </a:solidFill>
          <a:ln/>
        </p:spPr>
      </p:sp>
      <p:pic>
        <p:nvPicPr>
          <p:cNvPr id="8" name="Image 1" descr="icons/archive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(ChromaDB)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09360" y="237744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is stored as an embedding, alongside performance stats and total revenue. This powers: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Week-over-week comparison in the report itself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search across all past reports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persistent Monitoring dashboard — cost &amp; latency over time, not just one session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Broke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real bugs found and fixed during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5" name="Image 0" descr="icons/cod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276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-100% crash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9202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trailing month made revenue look like it crashed. Fixed by dropping partial periods.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9" name="Image 1" descr="icons/code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276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findings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0" y="19202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findings on first run. Tuned thresholds down to 11 real signals.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13" name="Image 2" descr="icons/code_CADCF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363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81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crashes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3429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 caught a filter silently hiding genuine crash-to-zero findings.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72200" y="29718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17" name="Image 3" descr="icons/code_CAD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1363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3081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false positives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58000" y="3429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+18.4% vs 18.4% treated as different numbers. Fixed sign normalization.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4805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21" name="Image 4" descr="icons/code_CADCF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4515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misread as numbers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34440" y="4937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grabbed '-08' from '2018-08' as a fake percentage.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72200" y="44805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25" name="Image 5" descr="icons/code_CADCF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64515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state writes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858000" y="4937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branches writing full state crashed LangGraph — fixed to return only changed keys.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Suite — Our Report Card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with known, planted answers — proof it works, not just vibes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51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PASSED</a:t>
            </a:r>
            <a:endParaRPr lang="en-US" sz="1300" dirty="0"/>
          </a:p>
        </p:txBody>
      </p:sp>
      <p:pic>
        <p:nvPicPr>
          <p:cNvPr id="7" name="Image 0" descr="icons/check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6733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90288" y="1645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spike → detected as trend</a:t>
            </a:r>
            <a:endParaRPr lang="en-US" sz="1100" dirty="0"/>
          </a:p>
        </p:txBody>
      </p:sp>
      <p:pic>
        <p:nvPicPr>
          <p:cNvPr id="9" name="Image 1" descr="icons/check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4505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0288" y="2423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spike → detected as anomaly</a:t>
            </a:r>
            <a:endParaRPr lang="en-US" sz="1100" dirty="0"/>
          </a:p>
        </p:txBody>
      </p:sp>
      <p:pic>
        <p:nvPicPr>
          <p:cNvPr id="11" name="Image 2" descr="icons/check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2278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90288" y="3200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crash → correctly detected</a:t>
            </a:r>
            <a:endParaRPr lang="en-US" sz="1100" dirty="0"/>
          </a:p>
        </p:txBody>
      </p:sp>
      <p:pic>
        <p:nvPicPr>
          <p:cNvPr id="13" name="Image 3" descr="icons/check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00507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90288" y="3977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tiny category → ignored</a:t>
            </a:r>
            <a:endParaRPr lang="en-US" sz="1100" dirty="0"/>
          </a:p>
        </p:txBody>
      </p:sp>
      <p:pic>
        <p:nvPicPr>
          <p:cNvPr id="15" name="Image 4" descr="icons/check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782312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90288" y="4754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category → ignored</a:t>
            </a:r>
            <a:endParaRPr lang="en-US" sz="1100" dirty="0"/>
          </a:p>
        </p:txBody>
      </p:sp>
      <p:pic>
        <p:nvPicPr>
          <p:cNvPr id="17" name="Image 5" descr="icons/check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673352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156448" y="1645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report → passes guardrail</a:t>
            </a:r>
            <a:endParaRPr lang="en-US" sz="1100" dirty="0"/>
          </a:p>
        </p:txBody>
      </p:sp>
      <p:pic>
        <p:nvPicPr>
          <p:cNvPr id="19" name="Image 6" descr="icons/check_1E276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2450592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156448" y="2423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number → caught</a:t>
            </a:r>
            <a:endParaRPr lang="en-US" sz="1100" dirty="0"/>
          </a:p>
        </p:txBody>
      </p:sp>
      <p:pic>
        <p:nvPicPr>
          <p:cNvPr id="21" name="Image 7" descr="icons/check_1E276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227832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156448" y="3200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formatting → no false positive</a:t>
            </a:r>
            <a:endParaRPr lang="en-US" sz="1100" dirty="0"/>
          </a:p>
        </p:txBody>
      </p:sp>
      <p:pic>
        <p:nvPicPr>
          <p:cNvPr id="23" name="Image 8" descr="icons/check_1E276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005072"/>
            <a:ext cx="274320" cy="27432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156448" y="3977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→ not misread as numbers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watch happen 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554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3 analysis branches run in parallel — logs prove 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3957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39572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+ a findings table it can't hallucinate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2369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23697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references last run automatically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07822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stress-test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4078224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will next month's revenue be?" — it refuses to guess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9194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History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9194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latency, revenue trend, and semantic search over time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Differently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retrospective — built, tested, and shipped solo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9659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eval suite earlier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3317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caught real bugs (a hidden filtering error) that manual testing missed — I'd write it alongside the first agent, not after three.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832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33832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cost/latency tracking from day 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74904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bolted this on later; building it in from the start would've made early tuning decisions more informed.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8006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0" y="48006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RAG more deliberately upfront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516636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 needed at this scale — a single report doesn't need chunking/reranking. At production scale, with much larger data, RAG would be the right call.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— questions welcome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github.com/eminemanuj/context-window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Production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" y="1033272"/>
            <a:ext cx="1069848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system today — architected to scale further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263380"/>
          </a:solidFill>
          <a:ln/>
        </p:spPr>
      </p:sp>
      <p:pic>
        <p:nvPicPr>
          <p:cNvPr id="4" name="Image 0" descr="icons/layers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— One Report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generated report is small enough to fit in context directly — no RAG needed. Simpler, faster, and cheaper to run at this scale.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263380"/>
          </a:solidFill>
          <a:ln/>
        </p:spPr>
      </p:sp>
      <p:pic>
        <p:nvPicPr>
          <p:cNvPr id="8" name="Image 1" descr="icons/archive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Scale — Add RAG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09360" y="237744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volume, history, and users grow, the same architecture is ready to extend: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(chunking + retrieval) once reports and context outgrow a single window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Guardrails, eval suite, and memory already built the production-grade way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 agents scale horizontally behind a queue as load increases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2026-08-18T12:09:01Z</dcterms:created>
  <dcterms:modified xsi:type="dcterms:W3CDTF">2026-08-18T12:09:01Z</dcterms:modified>
</cp:coreProperties>
</file>