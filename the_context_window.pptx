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1.png"/><Relationship Id="rId6" Type="http://schemas.openxmlformats.org/officeDocument/2006/relationships/image" Target="../media/image-9-1.png"/><Relationship Id="rId7" Type="http://schemas.openxmlformats.org/officeDocument/2006/relationships/image" Target="../media/image-9-1.png"/><Relationship Id="rId8" Type="http://schemas.openxmlformats.org/officeDocument/2006/relationships/image" Target="../media/image-9-1.png"/><Relationship Id="rId9" Type="http://schemas.openxmlformats.org/officeDocument/2006/relationships/image" Target="../media/image-9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74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402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 BUSINESS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Chanderia Jain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2 — Capstone Project  |  Built Solo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— August 23,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week, someone has to manually dig through sales data to answer one question: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852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"How is the business actually doing right now?"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1927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pulling of spreadsheets, filtering, calculating % changes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2219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roughly an hour, every single week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32511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miss real anomalies buried in the noise</a:t>
            </a:r>
            <a:endParaRPr lang="en-US" sz="1400" dirty="0"/>
          </a:p>
        </p:txBody>
      </p:sp>
      <p:pic>
        <p:nvPicPr>
          <p:cNvPr id="12" name="Image 0" descr="icons/filter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377440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AI agents that automatically load, analyze, and report on your data — with memory, guardrails, and follow-up Q&amp;A.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5" name="Image 0" descr="icons/databas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606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Fetcher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&amp; cleans raw data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64408" y="3611880"/>
            <a:ext cx="228600" cy="27432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11" name="Image 1" descr="icons/trending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60604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Analyser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0332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categories, anomalies (parallel)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576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144768" y="3611880"/>
            <a:ext cx="228600" cy="27432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17" name="Image 2" descr="icons/filetext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0" y="2606040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Writer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summary + recommendations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3796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9025128" y="3611880"/>
            <a:ext cx="228600" cy="274320"/>
          </a:xfrm>
          <a:prstGeom prst="chevron">
            <a:avLst/>
          </a:prstGeom>
          <a:solidFill>
            <a:srgbClr val="CADCFC"/>
          </a:solidFill>
          <a:ln/>
        </p:spPr>
      </p:sp>
      <p:sp>
        <p:nvSpPr>
          <p:cNvPr id="22" name="Shape 17"/>
          <p:cNvSpPr/>
          <p:nvPr/>
        </p:nvSpPr>
        <p:spPr>
          <a:xfrm>
            <a:off x="9281160" y="228600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263380"/>
          </a:solidFill>
          <a:ln/>
        </p:spPr>
      </p:sp>
      <p:pic>
        <p:nvPicPr>
          <p:cNvPr id="23" name="Image 3" descr="icons/message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0" y="260604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Q&amp;A Agent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464040" y="4023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follow-ups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41832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where there's a real dependency — parallel where there isn't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icons/databas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2763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05740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233172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9" name="Image 1" descr="icons/server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6276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317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3192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12" name="Shape 8"/>
          <p:cNvSpPr/>
          <p:nvPr/>
        </p:nvSpPr>
        <p:spPr>
          <a:xfrm>
            <a:off x="4206240" y="5029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F2F4FB"/>
          </a:solidFill>
          <a:ln w="12700">
            <a:solidFill>
              <a:srgbClr val="1E2761"/>
            </a:solidFill>
            <a:prstDash val="dash"/>
          </a:ln>
        </p:spPr>
      </p:sp>
      <p:sp>
        <p:nvSpPr>
          <p:cNvPr id="13" name="Text 9"/>
          <p:cNvSpPr/>
          <p:nvPr/>
        </p:nvSpPr>
        <p:spPr>
          <a:xfrm>
            <a:off x="4206240" y="594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434840" y="10058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4434840" y="1005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434840" y="187452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4434840" y="1874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Analysis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434840" y="27432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9" name="Text 15"/>
          <p:cNvSpPr/>
          <p:nvPr/>
        </p:nvSpPr>
        <p:spPr>
          <a:xfrm>
            <a:off x="4434840" y="27432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Analysis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54380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1" name="Shape 17"/>
          <p:cNvSpPr/>
          <p:nvPr/>
        </p:nvSpPr>
        <p:spPr>
          <a:xfrm>
            <a:off x="7818120" y="1463040"/>
            <a:ext cx="155448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2" descr="icons/layers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27632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818120" y="2194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418320" y="1965960"/>
            <a:ext cx="228600" cy="274320"/>
          </a:xfrm>
          <a:prstGeom prst="chevron">
            <a:avLst/>
          </a:prstGeom>
          <a:solidFill>
            <a:srgbClr val="1E2761"/>
          </a:solidFill>
          <a:ln/>
        </p:spPr>
      </p:sp>
      <p:sp>
        <p:nvSpPr>
          <p:cNvPr id="25" name="Shape 20"/>
          <p:cNvSpPr/>
          <p:nvPr/>
        </p:nvSpPr>
        <p:spPr>
          <a:xfrm>
            <a:off x="9692640" y="146304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3" descr="icons/filetext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2" y="1627632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9264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41148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9" name="Image 4" descr="icons/archive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3434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7160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Memory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1371600" y="4572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Week-over-week comparison + semantic search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297680" y="41148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3" name="Image 5" descr="icons/shield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434340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12064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120640" y="4572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Thresholds, hallucination checks, retries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8046720" y="41148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7" name="Image 6" descr="icons/send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4343400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869680" y="4206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8869680" y="4572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Download, Slack, Q&amp;A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LangGraph  •  FastMCP  •  ChromaDB  •  Groq (openai/gpt-oss-120b)  •  SQLite  • 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Pattern: Why Mixed?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3891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</p:spPr>
      </p:sp>
      <p:pic>
        <p:nvPicPr>
          <p:cNvPr id="4" name="Image 0" descr="icons/gitBranch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Fetcher → Analysis → Report Writer stay sequential because each stage genuinely depends on the previous one's output. There's no way around that dependency.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1E2761"/>
          </a:solidFill>
          <a:ln/>
        </p:spPr>
      </p:sp>
      <p:pic>
        <p:nvPicPr>
          <p:cNvPr id="8" name="Image 1" descr="icons/activity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09360" y="237744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analysis stage, trend detection, category performance, and anomaly detection don't depend on each other — only on the same clean data. So they run as a genuine LangGraph fan-out/fan-in branch.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09360" y="42062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live logs show the 3 branches starting in a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order every run — not a fixed sequence.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is stopped from going off-track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5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8249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5819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thresholds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120640" y="158191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Tiny, noisy category swings are filtered before they ever reach the report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9" name="Image 1" descr="icon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5117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4505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Skip-if-nothing-found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5120640" y="245059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Analyser finds nothing significant, the LLM call is skipped entirely — no invented content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13" name="Image 2" descr="icons/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1985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3192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check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5120640" y="331927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report is verified against the source findings after generation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2062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17" name="Image 3" descr="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28853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41879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vs. narrative split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5120640" y="418795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render as a table straight from data; AI only writes Summary + Recommendations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pic>
        <p:nvPicPr>
          <p:cNvPr id="21" name="Image 4" descr="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157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50566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graceful fallback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5120640" y="5056632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calls retry with backoff; a genuine outage falls back to raw findings, never crashes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Memory Is Managed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297680"/>
          </a:xfrm>
          <a:prstGeom prst="roundRect">
            <a:avLst>
              <a:gd name="adj" fmla="val 2128"/>
            </a:avLst>
          </a:prstGeom>
          <a:solidFill>
            <a:srgbClr val="263380"/>
          </a:solidFill>
          <a:ln/>
        </p:spPr>
      </p:sp>
      <p:pic>
        <p:nvPicPr>
          <p:cNvPr id="4" name="Image 0" descr="icons/layers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2296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single run, LangGraph passes state directly between nodes — each agent's output is the next agent's input. No persistence needed; it's just working memory.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5577840" cy="4297680"/>
          </a:xfrm>
          <a:prstGeom prst="roundRect">
            <a:avLst>
              <a:gd name="adj" fmla="val 2128"/>
            </a:avLst>
          </a:prstGeom>
          <a:solidFill>
            <a:srgbClr val="263380"/>
          </a:solidFill>
          <a:ln/>
        </p:spPr>
      </p:sp>
      <p:pic>
        <p:nvPicPr>
          <p:cNvPr id="8" name="Image 1" descr="icons/archive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0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(ChromaDB)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09360" y="237744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is stored as an embedding, alongside performance stats and total revenue. This powers: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Week-over-week comparison in the report itself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Semantic search across all past reports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persistent Monitoring dashboard — cost &amp; latency over time, not just one session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Broke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real bugs found and fixed during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5" name="Image 0" descr="icons/cod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276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-100% crash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19202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trailing month made revenue look like it crashed. Fixed by dropping partial periods.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9" name="Image 1" descr="icons/code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2763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0" y="15727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findings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0" y="19202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findings on first run. Tuned thresholds down to 11 real signals.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13" name="Image 2" descr="icons/code_CADCF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3639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81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crashes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234440" y="3429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suite caught a filter silently hiding genuine crash-to-zero findings.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172200" y="29718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17" name="Image 3" descr="icons/code_CADCF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13639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30815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false positives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58000" y="3429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 vs 18.4% treated as different numbers. Fixed sign normalization.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4805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21" name="Image 4" descr="icons/code_CADCF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645152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misread as numbers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234440" y="4937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grabbed '-08' from '2018-08' as a fake percentage.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6172200" y="44805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263380"/>
          </a:solidFill>
          <a:ln/>
        </p:spPr>
      </p:sp>
      <p:pic>
        <p:nvPicPr>
          <p:cNvPr id="25" name="Image 5" descr="icons/code_CADCF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645152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4590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state writes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58000" y="4937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branches writing full state crashed LangGraph — fixed to return only changed keys.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Suite — Our Report 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with known, planted answers — proof it works, not just vibes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651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9/9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</a:t>
            </a:r>
            <a:endParaRPr lang="en-US" sz="1300" dirty="0"/>
          </a:p>
        </p:txBody>
      </p:sp>
      <p:pic>
        <p:nvPicPr>
          <p:cNvPr id="7" name="Image 0" descr="icons/che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733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90288" y="1645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spike → detected as trend</a:t>
            </a:r>
            <a:endParaRPr lang="en-US" sz="1100" dirty="0"/>
          </a:p>
        </p:txBody>
      </p:sp>
      <p:pic>
        <p:nvPicPr>
          <p:cNvPr id="9" name="Image 1" descr="icons/check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4505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0288" y="2423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spike → detected as anomaly</a:t>
            </a:r>
            <a:endParaRPr lang="en-US" sz="1100" dirty="0"/>
          </a:p>
        </p:txBody>
      </p:sp>
      <p:pic>
        <p:nvPicPr>
          <p:cNvPr id="11" name="Image 2" descr="icons/check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32278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90288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crash → correctly detected</a:t>
            </a:r>
            <a:endParaRPr lang="en-US" sz="1100" dirty="0"/>
          </a:p>
        </p:txBody>
      </p:sp>
      <p:pic>
        <p:nvPicPr>
          <p:cNvPr id="13" name="Image 3" descr="icons/check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00507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90288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tiny category → ignored</a:t>
            </a:r>
            <a:endParaRPr lang="en-US" sz="1100" dirty="0"/>
          </a:p>
        </p:txBody>
      </p:sp>
      <p:pic>
        <p:nvPicPr>
          <p:cNvPr id="15" name="Image 4" descr="icons/check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782312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0288" y="47548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category → ignored</a:t>
            </a:r>
            <a:endParaRPr lang="en-US" sz="1100" dirty="0"/>
          </a:p>
        </p:txBody>
      </p:sp>
      <p:pic>
        <p:nvPicPr>
          <p:cNvPr id="17" name="Image 5" descr="icons/check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673352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156448" y="16459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report → passes guardrail</a:t>
            </a:r>
            <a:endParaRPr lang="en-US" sz="1100" dirty="0"/>
          </a:p>
        </p:txBody>
      </p:sp>
      <p:pic>
        <p:nvPicPr>
          <p:cNvPr id="19" name="Image 6" descr="icons/check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2450592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156448" y="24231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number → caught</a:t>
            </a:r>
            <a:endParaRPr lang="en-US" sz="1100" dirty="0"/>
          </a:p>
        </p:txBody>
      </p:sp>
      <p:pic>
        <p:nvPicPr>
          <p:cNvPr id="21" name="Image 7" descr="icons/check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0" y="3227832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156448" y="32004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formatting → no false positive</a:t>
            </a:r>
            <a:endParaRPr lang="en-US" sz="1100" dirty="0"/>
          </a:p>
        </p:txBody>
      </p:sp>
      <p:pic>
        <p:nvPicPr>
          <p:cNvPr id="23" name="Image 8" descr="icons/check_1E276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0" y="4005072"/>
            <a:ext cx="274320" cy="27432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156448" y="39776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→ not misread as numbers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watch happen live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Pipeline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80560" y="1554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3 analysis branches run in parallel — logs prove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3957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Table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239572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+ a findings table it can't hallucinate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23697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323697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references last run automatically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07822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stress-test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407822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will next month's revenue be?" — it refuses to guess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9194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History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80560" y="491947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latency, revenue trend, and semantic search over time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Do Differently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reflections from building this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196596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eval suite earlier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3317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real bugs (a hidden filtering error) that manual testing missed — I'd write it alongside the first agent, not after three.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33832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cost/latency tracking from day 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45920" y="374904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bolted this on later; building it in from the start would've made early tuning decisions more informed.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0698480" cy="1234440"/>
          </a:xfrm>
          <a:prstGeom prst="roundRect">
            <a:avLst>
              <a:gd name="adj" fmla="val 5926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80060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AB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45920" y="480060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RAG more deliberately upfront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516636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initially assumed chunking/reranking were required by default — clarifying the actual retrieval need first would've saved a rebuild-then-revert cycle.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Today, Ready to Scale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working system — with a clear path to production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2F4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icons/che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Deliberately for Today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chunking and reranking weren't needed — reports are short, single documents, not long content requiring retrieval-in-pieces. Adding that complexity here would've been engineering for a problem that doesn't exist at this scale.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7490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and local ChromaDB are the right choice for a single-user capstone — simple, zero-config, fully working.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645920"/>
            <a:ext cx="557784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pic>
        <p:nvPicPr>
          <p:cNvPr id="10" name="Image 1" descr="icons/activity_CADC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at Production Scale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309360" y="25603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9"/>
          <p:cNvSpPr/>
          <p:nvPr/>
        </p:nvSpPr>
        <p:spPr>
          <a:xfrm>
            <a:off x="6537960" y="2423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becomes worth it — chunking + reranking once report volume/size grows large enough that retrieval precision actually matters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3337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1"/>
          <p:cNvSpPr/>
          <p:nvPr/>
        </p:nvSpPr>
        <p:spPr>
          <a:xfrm>
            <a:off x="6537960" y="3200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local ChromaDB → managed Postgres + hosted vector DB for multi-user, concurrent access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09360" y="41148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3"/>
          <p:cNvSpPr/>
          <p:nvPr/>
        </p:nvSpPr>
        <p:spPr>
          <a:xfrm>
            <a:off x="6537960" y="39776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runs → real scheduled automation (cron/Task Scheduler already documented) running unattended every week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309360" y="489204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5"/>
          <p:cNvSpPr/>
          <p:nvPr/>
        </p:nvSpPr>
        <p:spPr>
          <a:xfrm>
            <a:off x="6537960" y="47548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 → configurable data sources, so any business's sales data can plug in, not just Olist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— questions welcome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github.com/eminemanuj/context-window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2026-08-20T05:51:18Z</dcterms:created>
  <dcterms:modified xsi:type="dcterms:W3CDTF">2026-08-20T05:51:18Z</dcterms:modified>
</cp:coreProperties>
</file>